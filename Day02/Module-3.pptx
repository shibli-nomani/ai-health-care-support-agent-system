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4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1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0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8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5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1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8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4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2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7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F0792-2B24-4457-AF4E-4371B88C814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FA0B2-2D1A-4758-9FFE-0003D968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6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1684933"/>
            <a:ext cx="6096000" cy="274947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800" dirty="0" smtClean="0">
                <a:solidFill>
                  <a:srgbClr val="000000"/>
                </a:solidFill>
                <a:latin typeface="Play"/>
              </a:rPr>
              <a:t>Build AI Health Agent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Module –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Khan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Shibli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Nomani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Date: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03-01-2025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4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548545"/>
              </p:ext>
            </p:extLst>
          </p:nvPr>
        </p:nvGraphicFramePr>
        <p:xfrm>
          <a:off x="2067169" y="2223151"/>
          <a:ext cx="8127999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251449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7393546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29535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11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Create Folder / 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mkdir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>
                          <a:solidFill>
                            <a:srgbClr val="FF0000"/>
                          </a:solidFill>
                        </a:rPr>
                        <a:t>folder_name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12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Change 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cd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>
                          <a:solidFill>
                            <a:srgbClr val="FF0000"/>
                          </a:solidFill>
                        </a:rPr>
                        <a:t>folder_name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91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Create</a:t>
                      </a:r>
                      <a:r>
                        <a:rPr lang="en-US" baseline="0" dirty="0" smtClean="0"/>
                        <a:t>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touch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data-insert.py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9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Edit</a:t>
                      </a:r>
                      <a:r>
                        <a:rPr lang="en-US" baseline="0" dirty="0" smtClean="0"/>
                        <a:t>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nano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data-insert.py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09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Write and</a:t>
                      </a:r>
                      <a:r>
                        <a:rPr lang="en-US" baseline="0" dirty="0" smtClean="0"/>
                        <a:t> Save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Ctrl + 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Write</a:t>
                      </a:r>
                      <a:r>
                        <a:rPr lang="en-US" baseline="0" dirty="0" smtClean="0"/>
                        <a:t> your details and then ctrl + O and then Enter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3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Ctrl</a:t>
                      </a:r>
                      <a:r>
                        <a:rPr lang="en-US" baseline="0" dirty="0" smtClean="0"/>
                        <a:t> + 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 exit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04825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1069" y="1362808"/>
            <a:ext cx="54068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Ubuntu Command use in Here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501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463282"/>
              </p:ext>
            </p:extLst>
          </p:nvPr>
        </p:nvGraphicFramePr>
        <p:xfrm>
          <a:off x="1082428" y="1880444"/>
          <a:ext cx="10329986" cy="4191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3328">
                  <a:extLst>
                    <a:ext uri="{9D8B030D-6E8A-4147-A177-3AD203B41FA5}">
                      <a16:colId xmlns:a16="http://schemas.microsoft.com/office/drawing/2014/main" val="2025144979"/>
                    </a:ext>
                  </a:extLst>
                </a:gridCol>
                <a:gridCol w="3730221">
                  <a:extLst>
                    <a:ext uri="{9D8B030D-6E8A-4147-A177-3AD203B41FA5}">
                      <a16:colId xmlns:a16="http://schemas.microsoft.com/office/drawing/2014/main" val="3573935468"/>
                    </a:ext>
                  </a:extLst>
                </a:gridCol>
                <a:gridCol w="3156437">
                  <a:extLst>
                    <a:ext uri="{9D8B030D-6E8A-4147-A177-3AD203B41FA5}">
                      <a16:colId xmlns:a16="http://schemas.microsoft.com/office/drawing/2014/main" val="1529535434"/>
                    </a:ext>
                  </a:extLst>
                </a:gridCol>
              </a:tblGrid>
              <a:tr h="366859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113881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Prepare</a:t>
                      </a:r>
                      <a:r>
                        <a:rPr lang="en-US" baseline="0" dirty="0" smtClean="0"/>
                        <a:t> Docker Compose YML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docker</a:t>
                      </a:r>
                      <a:r>
                        <a:rPr lang="en-US" dirty="0" smtClean="0"/>
                        <a:t>-compose-</a:t>
                      </a:r>
                      <a:r>
                        <a:rPr lang="en-US" dirty="0" err="1" smtClean="0"/>
                        <a:t>mongo.yml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120070"/>
                  </a:ext>
                </a:extLst>
              </a:tr>
              <a:tr h="366859">
                <a:tc>
                  <a:txBody>
                    <a:bodyPr/>
                    <a:lstStyle/>
                    <a:p>
                      <a:r>
                        <a:rPr lang="en-US" dirty="0" smtClean="0"/>
                        <a:t>To check </a:t>
                      </a:r>
                      <a:r>
                        <a:rPr lang="en-US" dirty="0" err="1" smtClean="0"/>
                        <a:t>docker</a:t>
                      </a:r>
                      <a:r>
                        <a:rPr lang="en-US" dirty="0" smtClean="0"/>
                        <a:t> 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version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917493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Build the MongoDB in Docker Container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compose -f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-compose-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mongo.yml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up --build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9266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To see MongoDB container status in Docker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ps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09355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To stop </a:t>
                      </a:r>
                      <a:r>
                        <a:rPr lang="en-US" dirty="0" err="1" smtClean="0"/>
                        <a:t>docker</a:t>
                      </a:r>
                      <a:r>
                        <a:rPr lang="en-US" dirty="0" smtClean="0"/>
                        <a:t> compose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compose -f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-compose-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mongo.yml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down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36425"/>
                  </a:ext>
                </a:extLst>
              </a:tr>
              <a:tr h="904584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run the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container for MongoDB in detach 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compose -f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-compose-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mongo.yml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up -d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04825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2428" y="650632"/>
            <a:ext cx="5311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Docker Command use in Here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0257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71738"/>
              </p:ext>
            </p:extLst>
          </p:nvPr>
        </p:nvGraphicFramePr>
        <p:xfrm>
          <a:off x="994505" y="1027591"/>
          <a:ext cx="10329986" cy="5070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095">
                  <a:extLst>
                    <a:ext uri="{9D8B030D-6E8A-4147-A177-3AD203B41FA5}">
                      <a16:colId xmlns:a16="http://schemas.microsoft.com/office/drawing/2014/main" val="2025144979"/>
                    </a:ext>
                  </a:extLst>
                </a:gridCol>
                <a:gridCol w="3367454">
                  <a:extLst>
                    <a:ext uri="{9D8B030D-6E8A-4147-A177-3AD203B41FA5}">
                      <a16:colId xmlns:a16="http://schemas.microsoft.com/office/drawing/2014/main" val="3573935468"/>
                    </a:ext>
                  </a:extLst>
                </a:gridCol>
                <a:gridCol w="3156437">
                  <a:extLst>
                    <a:ext uri="{9D8B030D-6E8A-4147-A177-3AD203B41FA5}">
                      <a16:colId xmlns:a16="http://schemas.microsoft.com/office/drawing/2014/main" val="1529535434"/>
                    </a:ext>
                  </a:extLst>
                </a:gridCol>
              </a:tblGrid>
              <a:tr h="366859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113881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Install Virtual </a:t>
                      </a:r>
                      <a:r>
                        <a:rPr lang="en-US" dirty="0" err="1" smtClean="0"/>
                        <a:t>Env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python -m pip install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virtualenv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docker</a:t>
                      </a:r>
                      <a:r>
                        <a:rPr lang="en-US" dirty="0" smtClean="0"/>
                        <a:t>-compose-</a:t>
                      </a:r>
                      <a:r>
                        <a:rPr lang="en-US" dirty="0" err="1" smtClean="0"/>
                        <a:t>mongo.yml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120070"/>
                  </a:ext>
                </a:extLst>
              </a:tr>
              <a:tr h="366859">
                <a:tc>
                  <a:txBody>
                    <a:bodyPr/>
                    <a:lstStyle/>
                    <a:p>
                      <a:r>
                        <a:rPr lang="en-US" dirty="0" smtClean="0"/>
                        <a:t>Create</a:t>
                      </a:r>
                      <a:r>
                        <a:rPr lang="en-US" baseline="0" dirty="0" smtClean="0"/>
                        <a:t> Virtual </a:t>
                      </a:r>
                      <a:r>
                        <a:rPr lang="en-US" baseline="0" dirty="0" err="1" smtClean="0"/>
                        <a:t>Env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pip -m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venv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env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917493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Drag</a:t>
                      </a:r>
                      <a:r>
                        <a:rPr lang="en-US" baseline="0" dirty="0" smtClean="0"/>
                        <a:t> and Drop the activation in </a:t>
                      </a:r>
                      <a:r>
                        <a:rPr lang="en-US" baseline="0" dirty="0" smtClean="0"/>
                        <a:t>terminal / use that 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env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\Scripts\activate.bat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Active virtual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/>
                        <a:t>Name: </a:t>
                      </a:r>
                      <a:r>
                        <a:rPr lang="en-US" baseline="0" dirty="0" err="1" smtClean="0"/>
                        <a:t>env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9266"/>
                  </a:ext>
                </a:extLst>
              </a:tr>
              <a:tr h="405116">
                <a:tc>
                  <a:txBody>
                    <a:bodyPr/>
                    <a:lstStyle/>
                    <a:p>
                      <a:r>
                        <a:rPr lang="en-US" dirty="0" smtClean="0"/>
                        <a:t>Active </a:t>
                      </a:r>
                      <a:r>
                        <a:rPr lang="en-US" dirty="0" err="1" smtClean="0"/>
                        <a:t>pyenv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pyenv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shell 3.10.8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09355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Install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pymongo</a:t>
                      </a:r>
                      <a:r>
                        <a:rPr lang="en-US" baseline="0" dirty="0" smtClean="0"/>
                        <a:t> in virtual </a:t>
                      </a:r>
                      <a:r>
                        <a:rPr lang="en-US" baseline="0" dirty="0" err="1" smtClean="0"/>
                        <a:t>Env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pip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–m install 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</a:rPr>
                        <a:t>pymongo</a:t>
                      </a:r>
                      <a:endParaRPr lang="en-US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Or,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pip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 install 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</a:rPr>
                        <a:t>pymongo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Installthe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pymongo</a:t>
                      </a:r>
                      <a:r>
                        <a:rPr lang="en-US" dirty="0" smtClean="0"/>
                        <a:t> version as per Docker</a:t>
                      </a:r>
                      <a:r>
                        <a:rPr lang="en-US" baseline="0" dirty="0" smtClean="0"/>
                        <a:t> Compose script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36425"/>
                  </a:ext>
                </a:extLst>
              </a:tr>
              <a:tr h="633209">
                <a:tc>
                  <a:txBody>
                    <a:bodyPr/>
                    <a:lstStyle/>
                    <a:p>
                      <a:r>
                        <a:rPr lang="en-US" dirty="0" smtClean="0"/>
                        <a:t>Install</a:t>
                      </a:r>
                      <a:r>
                        <a:rPr lang="en-US" baseline="0" dirty="0" smtClean="0"/>
                        <a:t> all libraries with requirements.txt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pip install -r requirements.txt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Most important: 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 install 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langgraph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langsmith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langchain-groq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langchain_community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pymongo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5101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23193" y="580293"/>
            <a:ext cx="4745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Create Virtual Environment in Project Directory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478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665236"/>
              </p:ext>
            </p:extLst>
          </p:nvPr>
        </p:nvGraphicFramePr>
        <p:xfrm>
          <a:off x="958361" y="967210"/>
          <a:ext cx="10329986" cy="3740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480">
                  <a:extLst>
                    <a:ext uri="{9D8B030D-6E8A-4147-A177-3AD203B41FA5}">
                      <a16:colId xmlns:a16="http://schemas.microsoft.com/office/drawing/2014/main" val="2025144979"/>
                    </a:ext>
                  </a:extLst>
                </a:gridCol>
                <a:gridCol w="3006969">
                  <a:extLst>
                    <a:ext uri="{9D8B030D-6E8A-4147-A177-3AD203B41FA5}">
                      <a16:colId xmlns:a16="http://schemas.microsoft.com/office/drawing/2014/main" val="3573935468"/>
                    </a:ext>
                  </a:extLst>
                </a:gridCol>
                <a:gridCol w="3956537">
                  <a:extLst>
                    <a:ext uri="{9D8B030D-6E8A-4147-A177-3AD203B41FA5}">
                      <a16:colId xmlns:a16="http://schemas.microsoft.com/office/drawing/2014/main" val="1529535434"/>
                    </a:ext>
                  </a:extLst>
                </a:gridCol>
              </a:tblGrid>
              <a:tr h="295548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113881"/>
                  </a:ext>
                </a:extLst>
              </a:tr>
              <a:tr h="451868">
                <a:tc>
                  <a:txBody>
                    <a:bodyPr/>
                    <a:lstStyle/>
                    <a:p>
                      <a:r>
                        <a:rPr lang="en-US" dirty="0" smtClean="0"/>
                        <a:t>To get out of 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conda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deactivate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120070"/>
                  </a:ext>
                </a:extLst>
              </a:tr>
              <a:tr h="515660">
                <a:tc>
                  <a:txBody>
                    <a:bodyPr/>
                    <a:lstStyle/>
                    <a:p>
                      <a:r>
                        <a:rPr lang="en-US" dirty="0" smtClean="0"/>
                        <a:t>Go to </a:t>
                      </a:r>
                      <a:r>
                        <a:rPr lang="en-US" dirty="0" smtClean="0"/>
                        <a:t>Anaconda </a:t>
                      </a:r>
                      <a:r>
                        <a:rPr lang="en-US" dirty="0" err="1" smtClean="0"/>
                        <a:t>Powershell</a:t>
                      </a:r>
                      <a:r>
                        <a:rPr lang="en-US" dirty="0" smtClean="0"/>
                        <a:t> Terminal </a:t>
                      </a:r>
                      <a:r>
                        <a:rPr lang="en-US" dirty="0" smtClean="0"/>
                        <a:t>(no admin)</a:t>
                      </a:r>
                      <a:r>
                        <a:rPr lang="en-US" baseline="0" dirty="0" smtClean="0"/>
                        <a:t> and Change Directory to project 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cd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“E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:\Data Science\AI Agent Project\AI Health Care Support Agent System”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Your drive (E/D/whatever))</a:t>
                      </a:r>
                    </a:p>
                    <a:p>
                      <a:r>
                        <a:rPr lang="en-US" dirty="0" smtClean="0"/>
                        <a:t>Then</a:t>
                      </a:r>
                      <a:r>
                        <a:rPr lang="en-US" baseline="0" dirty="0" smtClean="0"/>
                        <a:t> the project path (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\Data Science\AI Agent \....”)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917493"/>
                  </a:ext>
                </a:extLst>
              </a:tr>
              <a:tr h="510125">
                <a:tc>
                  <a:txBody>
                    <a:bodyPr/>
                    <a:lstStyle/>
                    <a:p>
                      <a:r>
                        <a:rPr lang="en-US" dirty="0" smtClean="0"/>
                        <a:t>Active Virtual </a:t>
                      </a:r>
                      <a:r>
                        <a:rPr lang="en-US" dirty="0" err="1" smtClean="0"/>
                        <a:t>Env</a:t>
                      </a:r>
                      <a:r>
                        <a:rPr lang="en-US" dirty="0" smtClean="0"/>
                        <a:t> in Anaconda Terminal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.\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env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\Scripts\Activate.ps1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9266"/>
                  </a:ext>
                </a:extLst>
              </a:tr>
              <a:tr h="510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Change Directory</a:t>
                      </a:r>
                      <a:r>
                        <a:rPr lang="en-US" baseline="0" dirty="0" smtClean="0"/>
                        <a:t> where python data insert script exist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cd Day02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09355"/>
                  </a:ext>
                </a:extLst>
              </a:tr>
              <a:tr h="728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Insert Data into MongoDB</a:t>
                      </a:r>
                      <a:r>
                        <a:rPr lang="en-US" baseline="0" dirty="0" smtClean="0"/>
                        <a:t> running inside </a:t>
                      </a:r>
                      <a:r>
                        <a:rPr lang="en-US" baseline="0" dirty="0" err="1" smtClean="0"/>
                        <a:t>docker</a:t>
                      </a:r>
                      <a:r>
                        <a:rPr lang="en-US" baseline="0" dirty="0" smtClean="0"/>
                        <a:t> container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python ./data-insert.py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Make</a:t>
                      </a:r>
                      <a:r>
                        <a:rPr lang="en-US" baseline="0" dirty="0" smtClean="0"/>
                        <a:t> sure </a:t>
                      </a:r>
                      <a:r>
                        <a:rPr lang="en-US" baseline="0" dirty="0" err="1" smtClean="0"/>
                        <a:t>pymongo</a:t>
                      </a:r>
                      <a:r>
                        <a:rPr lang="en-US" baseline="0" dirty="0" smtClean="0"/>
                        <a:t> install properly in virtual </a:t>
                      </a:r>
                      <a:r>
                        <a:rPr lang="en-US" baseline="0" dirty="0" err="1" smtClean="0"/>
                        <a:t>env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04825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7684" y="382435"/>
            <a:ext cx="7061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Anaconda </a:t>
            </a:r>
            <a:r>
              <a:rPr lang="en-US" sz="3200" b="1" dirty="0" err="1" smtClean="0"/>
              <a:t>Powershell</a:t>
            </a:r>
            <a:r>
              <a:rPr lang="en-US" sz="3200" b="1" dirty="0" smtClean="0"/>
              <a:t> Prompt / Terminal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06" y="4826602"/>
            <a:ext cx="11248095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7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160586" y="1512276"/>
            <a:ext cx="8985738" cy="4079631"/>
            <a:chOff x="650631" y="870438"/>
            <a:chExt cx="10709031" cy="582050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493" y="905256"/>
              <a:ext cx="10654811" cy="576397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650631" y="870438"/>
              <a:ext cx="10709031" cy="5820508"/>
            </a:xfrm>
            <a:prstGeom prst="rect">
              <a:avLst/>
            </a:prstGeom>
            <a:noFill/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90246" y="712178"/>
            <a:ext cx="57735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/>
              <a:t>Groq</a:t>
            </a:r>
            <a:r>
              <a:rPr lang="en-US" sz="3200" b="1" dirty="0" smtClean="0"/>
              <a:t> API Create and Choose LLM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176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90246" y="712178"/>
            <a:ext cx="57735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/>
              <a:t>Groq</a:t>
            </a:r>
            <a:r>
              <a:rPr lang="en-US" sz="3200" b="1" dirty="0" smtClean="0"/>
              <a:t> API Create and Choose LLM</a:t>
            </a:r>
          </a:p>
          <a:p>
            <a:endParaRPr lang="en-US" sz="3200" b="1" dirty="0"/>
          </a:p>
        </p:txBody>
      </p:sp>
      <p:grpSp>
        <p:nvGrpSpPr>
          <p:cNvPr id="9" name="Group 8"/>
          <p:cNvGrpSpPr/>
          <p:nvPr/>
        </p:nvGrpSpPr>
        <p:grpSpPr>
          <a:xfrm>
            <a:off x="1160585" y="1512276"/>
            <a:ext cx="10036191" cy="3663227"/>
            <a:chOff x="1160585" y="1512276"/>
            <a:chExt cx="10036191" cy="3663227"/>
          </a:xfrm>
        </p:grpSpPr>
        <p:sp>
          <p:nvSpPr>
            <p:cNvPr id="5" name="Rectangle 4"/>
            <p:cNvSpPr/>
            <p:nvPr/>
          </p:nvSpPr>
          <p:spPr>
            <a:xfrm>
              <a:off x="1160585" y="1512276"/>
              <a:ext cx="10036191" cy="3663227"/>
            </a:xfrm>
            <a:prstGeom prst="rect">
              <a:avLst/>
            </a:prstGeom>
            <a:noFill/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39" y="1621039"/>
              <a:ext cx="9962337" cy="3107375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8129016" y="2203704"/>
              <a:ext cx="777240" cy="457200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571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504176" y="4488739"/>
              <a:ext cx="2252472" cy="457200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5715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951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354015" y="1564975"/>
            <a:ext cx="2567354" cy="80015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433147" y="1564975"/>
            <a:ext cx="2110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Python  Script to insert dummy data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267199" y="1564975"/>
            <a:ext cx="2567354" cy="80015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495799" y="1641886"/>
            <a:ext cx="2110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Docker-Compose</a:t>
            </a:r>
          </a:p>
          <a:p>
            <a:r>
              <a:rPr lang="en-US" dirty="0" smtClean="0"/>
              <a:t>MongoDB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180383" y="1488064"/>
            <a:ext cx="3423140" cy="9496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408982" y="1564975"/>
            <a:ext cx="284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Anaconda-</a:t>
            </a:r>
            <a:r>
              <a:rPr lang="en-US" dirty="0" err="1" smtClean="0"/>
              <a:t>Powershell</a:t>
            </a:r>
            <a:r>
              <a:rPr lang="en-US" dirty="0" smtClean="0"/>
              <a:t> Terminal (inserting the data)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7180383" y="2835591"/>
            <a:ext cx="3423140" cy="9496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408982" y="2912502"/>
            <a:ext cx="284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VSCODE is used to build the </a:t>
            </a:r>
            <a:r>
              <a:rPr lang="en-US" dirty="0" err="1" smtClean="0"/>
              <a:t>dockercompose</a:t>
            </a:r>
            <a:r>
              <a:rPr lang="en-US" dirty="0" smtClean="0"/>
              <a:t> of </a:t>
            </a:r>
            <a:r>
              <a:rPr lang="en-US" dirty="0" err="1" smtClean="0"/>
              <a:t>mongoDB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405551" y="2835591"/>
            <a:ext cx="3423140" cy="9496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695697" y="2987239"/>
            <a:ext cx="284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Jupyter</a:t>
            </a:r>
            <a:r>
              <a:rPr lang="en-US" dirty="0" smtClean="0"/>
              <a:t> Notebook to create Agent 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341625" y="771348"/>
            <a:ext cx="7652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How To Perform Data Insertion in MongoDB</a:t>
            </a:r>
            <a:endParaRPr lang="en-US" sz="3200" b="1" dirty="0"/>
          </a:p>
        </p:txBody>
      </p:sp>
      <p:cxnSp>
        <p:nvCxnSpPr>
          <p:cNvPr id="29" name="Straight Arrow Connector 28"/>
          <p:cNvCxnSpPr>
            <a:stCxn id="17" idx="3"/>
            <a:endCxn id="19" idx="1"/>
          </p:cNvCxnSpPr>
          <p:nvPr/>
        </p:nvCxnSpPr>
        <p:spPr>
          <a:xfrm>
            <a:off x="3921369" y="1965053"/>
            <a:ext cx="34583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9" idx="3"/>
            <a:endCxn id="21" idx="1"/>
          </p:cNvCxnSpPr>
          <p:nvPr/>
        </p:nvCxnSpPr>
        <p:spPr>
          <a:xfrm flipV="1">
            <a:off x="6834553" y="1962877"/>
            <a:ext cx="345830" cy="21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3" idx="1"/>
            <a:endCxn id="25" idx="3"/>
          </p:cNvCxnSpPr>
          <p:nvPr/>
        </p:nvCxnSpPr>
        <p:spPr>
          <a:xfrm flipH="1">
            <a:off x="6828691" y="3310404"/>
            <a:ext cx="35169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1" idx="2"/>
            <a:endCxn id="23" idx="0"/>
          </p:cNvCxnSpPr>
          <p:nvPr/>
        </p:nvCxnSpPr>
        <p:spPr>
          <a:xfrm>
            <a:off x="8891953" y="2437689"/>
            <a:ext cx="0" cy="3979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80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723" y="0"/>
            <a:ext cx="2106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21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59031" y="714812"/>
            <a:ext cx="505557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imports explained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re,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Basic Python utilities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datetime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Handle date and time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TypedDict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Defines structure of data clearly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ChatGroq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Connects AI model (LLM)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PromptTemplate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Helps format AI prompts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MongoClient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Connects to MongoDB database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25657" y="527519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client =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MongoClient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("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mongodb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://localhost:27017/")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= client["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health_system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"]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patients_col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["patients"]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appointments_col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["appointments"]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prescriptions_col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["prescriptions"]</a:t>
            </a:r>
          </a:p>
          <a:p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insurance_col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["insurance"]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759" y="303904"/>
            <a:ext cx="2526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1. Import Libraries</a:t>
            </a:r>
            <a:endParaRPr lang="en-US" sz="2400" b="1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142890" y="2246145"/>
            <a:ext cx="393895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to 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</a:t>
            </a: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database</a:t>
            </a: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health_system</a:t>
            </a: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Accesses </a:t>
            </a: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collections</a:t>
            </a: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9694" y="2406141"/>
            <a:ext cx="40327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3. State Definition (</a:t>
            </a:r>
            <a:r>
              <a:rPr lang="en-US" sz="2400" b="1" dirty="0" err="1"/>
              <a:t>TypedDict</a:t>
            </a:r>
            <a:r>
              <a:rPr lang="en-US" sz="2400" b="1"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436" y="2764954"/>
            <a:ext cx="37132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class State(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TypedDict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):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    question: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str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   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mongo_pipeline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str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   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parsed_pipeline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: list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   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query_results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: list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    answer: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str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    error: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str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   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retry_count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84229" y="3124484"/>
            <a:ext cx="4682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/>
              <a:t>4. Prompt Template (AI Instruction)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6025657" y="3628943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prompt =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PromptTemplate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input_variables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=["question"],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   template="""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   Convert the following natural language question into a MongoDB aggregation pipeline...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   """</a:t>
            </a:r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972905" y="5172483"/>
            <a:ext cx="561254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Tells AI </a:t>
            </a: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to behave</a:t>
            </a: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</a:t>
            </a: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English question → MongoDB query</a:t>
            </a: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59031" y="4500462"/>
            <a:ext cx="483722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the user’s current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mongo_pipeline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Raw MongoDB query as string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parsed_pipeline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Parsed query steps as 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query_results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Results returned from database query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Final answer to the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Error message if query fails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retry_count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times query retried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213" y="6148950"/>
            <a:ext cx="43581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Class State acts as a “workflow container”</a:t>
            </a:r>
            <a:r>
              <a:rPr lang="en-US" sz="1400" dirty="0"/>
              <a:t> in </a:t>
            </a:r>
            <a:r>
              <a:rPr lang="en-US" sz="1400" dirty="0" err="1"/>
              <a:t>LangGraph</a:t>
            </a:r>
            <a:r>
              <a:rPr lang="en-US" sz="1400"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84229" y="198146"/>
            <a:ext cx="32898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2. MongoDB Connection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6650" y="5974277"/>
            <a:ext cx="75350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State Class: Store the query and pass through different state. It stores current Query &amp; Response. Reset in every run.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80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16877" y="78676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/>
              <a:t>1. </a:t>
            </a:r>
            <a:r>
              <a:rPr lang="en-US" sz="1400" b="1" dirty="0" err="1" smtClean="0"/>
              <a:t>Clean_mongo_query</a:t>
            </a:r>
            <a:r>
              <a:rPr lang="en-US" sz="1400" b="1" dirty="0" smtClean="0"/>
              <a:t>(pipeline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Fixes the query so MongoDB can read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Makes $unwind simpler if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Returns a clean query ready to use</a:t>
            </a:r>
            <a:r>
              <a:rPr lang="en-US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Clean query ensures run it without error.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85847" y="773422"/>
            <a:ext cx="453976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2. </a:t>
            </a:r>
            <a:r>
              <a:rPr lang="en-US" sz="1400" b="1" dirty="0" err="1" smtClean="0"/>
              <a:t>parse_mongo_pipeline</a:t>
            </a:r>
            <a:r>
              <a:rPr lang="en-US" sz="1400" b="1" dirty="0" smtClean="0"/>
              <a:t>(pipeline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Checks the query is in the right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Makes sure it’s a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Prepares it for MongoDB execution.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4447" y="760083"/>
            <a:ext cx="388033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3. </a:t>
            </a:r>
            <a:r>
              <a:rPr lang="en-US" sz="1400" b="1" dirty="0" err="1" smtClean="0"/>
              <a:t>generate_pipeline</a:t>
            </a:r>
            <a:r>
              <a:rPr lang="en-US" sz="1400" b="1" dirty="0" smtClean="0"/>
              <a:t>(state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Creates a MongoDB query from your question.</a:t>
            </a:r>
          </a:p>
          <a:p>
            <a:endParaRPr lang="en-US" sz="1400" dirty="0"/>
          </a:p>
          <a:p>
            <a:r>
              <a:rPr lang="en-US" sz="1400" dirty="0"/>
              <a:t>Checks if the query is valid.</a:t>
            </a:r>
          </a:p>
          <a:p>
            <a:endParaRPr lang="en-US" sz="1400" dirty="0"/>
          </a:p>
          <a:p>
            <a:r>
              <a:rPr lang="en-US" sz="1400" dirty="0"/>
              <a:t>Gives the query or an error message.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3930" y="3295787"/>
            <a:ext cx="4047392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4. </a:t>
            </a:r>
            <a:r>
              <a:rPr lang="en-US" sz="1400" b="1" dirty="0" err="1" smtClean="0"/>
              <a:t>execute_query</a:t>
            </a:r>
            <a:r>
              <a:rPr lang="en-US" sz="1400" b="1" dirty="0" smtClean="0"/>
              <a:t>(state</a:t>
            </a:r>
            <a:r>
              <a:rPr lang="en-US" sz="14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Checks for previous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Chooses the right database collection based on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Executes the query and gets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Returns results and debug info, or error if failed.</a:t>
            </a:r>
          </a:p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193322" y="3193639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/>
              <a:t>5. </a:t>
            </a:r>
            <a:r>
              <a:rPr lang="en-US" sz="1400" b="1" dirty="0" err="1" smtClean="0"/>
              <a:t>format_answer</a:t>
            </a:r>
            <a:r>
              <a:rPr lang="en-US" sz="1400" b="1" dirty="0" smtClean="0"/>
              <a:t>(state</a:t>
            </a:r>
            <a:r>
              <a:rPr lang="en-US" sz="1400" b="1" dirty="0"/>
              <a:t>)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Turns </a:t>
            </a:r>
            <a:r>
              <a:rPr lang="en-US" sz="1400" dirty="0" smtClean="0"/>
              <a:t>MongoDB </a:t>
            </a:r>
            <a:r>
              <a:rPr lang="en-US" sz="1400" dirty="0"/>
              <a:t>results into simple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Summarizes data like patient, doctor, medicine.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Handles errors and gives final answer.</a:t>
            </a:r>
          </a:p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937846" y="5319418"/>
            <a:ext cx="10219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chain =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mongo_prompt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 |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llm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 |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StrOutputParser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() |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clean_mongo_query</a:t>
            </a:r>
            <a:endParaRPr lang="en-US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24303" y="6299753"/>
            <a:ext cx="104481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parsed_pipeline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parse_mongo_pipeline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(state["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mongo_pipeline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"])</a:t>
            </a:r>
            <a:endParaRPr lang="en-US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307123" y="5690871"/>
            <a:ext cx="8320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“Question → AI generates query → format it → clean it → ready to use.”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5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2371</TotalTime>
  <Words>788</Words>
  <Application>Microsoft Office PowerPoint</Application>
  <PresentationFormat>Widescreen</PresentationFormat>
  <Paragraphs>172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Consolas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shibli</dc:creator>
  <cp:lastModifiedBy>shibli</cp:lastModifiedBy>
  <cp:revision>32</cp:revision>
  <dcterms:created xsi:type="dcterms:W3CDTF">2025-12-31T12:07:16Z</dcterms:created>
  <dcterms:modified xsi:type="dcterms:W3CDTF">2026-01-04T17:05:34Z</dcterms:modified>
</cp:coreProperties>
</file>